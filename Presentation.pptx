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uce" charset="1" panose="00000500000000000000"/>
      <p:regular r:id="rId16"/>
    </p:embeddedFont>
    <p:embeddedFont>
      <p:font typeface="Open Sauce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2166234"/>
            <a:ext cx="15430500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  <a:spcBef>
                <a:spcPct val="0"/>
              </a:spcBef>
            </a:pPr>
            <a:r>
              <a:rPr lang="en-US" sz="10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Tesla Social Media Analytics Project 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08613" y="6317742"/>
            <a:ext cx="1187077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~ By Rishav Vishnoi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8750" y="3539107"/>
            <a:ext cx="15284929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</a:t>
            </a:r>
            <a:r>
              <a:rPr lang="en-US" b="true" sz="33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ive:</a:t>
            </a: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Analyze Tesla’s 2024–2025 social media activity across platforms</a:t>
            </a:r>
          </a:p>
          <a:p>
            <a:pPr algn="l">
              <a:lnSpc>
                <a:spcPts val="4759"/>
              </a:lnSpc>
            </a:pP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Platforms:</a:t>
            </a: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Twitter (X), Instagram, YouTube, Facebook</a:t>
            </a:r>
          </a:p>
          <a:p>
            <a:pPr algn="l">
              <a:lnSpc>
                <a:spcPts val="4759"/>
              </a:lnSpc>
            </a:pP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Goals:</a:t>
            </a: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Engagement, Campaign ROI, Follower Growth, and Content</a:t>
            </a: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Strategy</a:t>
            </a:r>
          </a:p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31258" y="697397"/>
            <a:ext cx="9754680" cy="5064450"/>
          </a:xfrm>
          <a:custGeom>
            <a:avLst/>
            <a:gdLst/>
            <a:ahLst/>
            <a:cxnLst/>
            <a:rect r="r" b="b" t="t" l="l"/>
            <a:pathLst>
              <a:path h="5064450" w="9754680">
                <a:moveTo>
                  <a:pt x="0" y="0"/>
                </a:moveTo>
                <a:lnTo>
                  <a:pt x="9754679" y="0"/>
                </a:lnTo>
                <a:lnTo>
                  <a:pt x="9754679" y="5064450"/>
                </a:lnTo>
                <a:lnTo>
                  <a:pt x="0" y="5064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8750" y="735977"/>
            <a:ext cx="8515350" cy="249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Platform </a:t>
            </a:r>
          </a:p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6131248"/>
            <a:ext cx="16157187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Tesla should focus on Instag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ram for maximum engagement, use Twitter for updates, leverage YouTube for demos, and reconsider Facebook unless targeting less active audiences.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07128" y="1172241"/>
            <a:ext cx="10952172" cy="4986868"/>
          </a:xfrm>
          <a:custGeom>
            <a:avLst/>
            <a:gdLst/>
            <a:ahLst/>
            <a:cxnLst/>
            <a:rect r="r" b="b" t="t" l="l"/>
            <a:pathLst>
              <a:path h="4986868" w="10952172">
                <a:moveTo>
                  <a:pt x="0" y="0"/>
                </a:moveTo>
                <a:lnTo>
                  <a:pt x="10952172" y="0"/>
                </a:lnTo>
                <a:lnTo>
                  <a:pt x="10952172" y="4986868"/>
                </a:lnTo>
                <a:lnTo>
                  <a:pt x="0" y="49868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8750" y="1304925"/>
            <a:ext cx="4878378" cy="3769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Content Type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28725" y="6600825"/>
            <a:ext cx="15830550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Instagram Reels, Videos and Stories delive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 the highest engagement (26%,20% and 23%), while YouTube Carousels (19%) and Images (15%) perform best for product-focused content.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Tesla should use platform-specific content—Reels, Stories &amp; Videos for Instagram, Carousels and Images for YouTube—for maximum brand impact.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0530" y="3261376"/>
            <a:ext cx="16230600" cy="2875878"/>
          </a:xfrm>
          <a:custGeom>
            <a:avLst/>
            <a:gdLst/>
            <a:ahLst/>
            <a:cxnLst/>
            <a:rect r="r" b="b" t="t" l="l"/>
            <a:pathLst>
              <a:path h="2875878" w="16230600">
                <a:moveTo>
                  <a:pt x="0" y="0"/>
                </a:moveTo>
                <a:lnTo>
                  <a:pt x="16230600" y="0"/>
                </a:lnTo>
                <a:lnTo>
                  <a:pt x="16230600" y="2875878"/>
                </a:lnTo>
                <a:lnTo>
                  <a:pt x="0" y="2875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233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11785"/>
            <a:ext cx="16392430" cy="249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Content objective wise analysis for each Platform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90530" y="7246380"/>
            <a:ext cx="16068770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Instag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ram is best for community growth and engagement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YouTube for product launches and awareness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Twitter for real-time interaction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Facebook should be deprioritized for branding efforts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2308" y="2201346"/>
            <a:ext cx="7411027" cy="4270761"/>
          </a:xfrm>
          <a:custGeom>
            <a:avLst/>
            <a:gdLst/>
            <a:ahLst/>
            <a:cxnLst/>
            <a:rect r="r" b="b" t="t" l="l"/>
            <a:pathLst>
              <a:path h="4270761" w="7411027">
                <a:moveTo>
                  <a:pt x="0" y="0"/>
                </a:moveTo>
                <a:lnTo>
                  <a:pt x="7411026" y="0"/>
                </a:lnTo>
                <a:lnTo>
                  <a:pt x="7411026" y="4270761"/>
                </a:lnTo>
                <a:lnTo>
                  <a:pt x="0" y="42707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28698" y="2201346"/>
            <a:ext cx="8681319" cy="3922456"/>
          </a:xfrm>
          <a:custGeom>
            <a:avLst/>
            <a:gdLst/>
            <a:ahLst/>
            <a:cxnLst/>
            <a:rect r="r" b="b" t="t" l="l"/>
            <a:pathLst>
              <a:path h="3922456" w="8681319">
                <a:moveTo>
                  <a:pt x="0" y="0"/>
                </a:moveTo>
                <a:lnTo>
                  <a:pt x="8681319" y="0"/>
                </a:lnTo>
                <a:lnTo>
                  <a:pt x="8681319" y="3922456"/>
                </a:lnTo>
                <a:lnTo>
                  <a:pt x="0" y="39224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8291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#ashtags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370787"/>
            <a:ext cx="16417710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Use #EVR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evolution and #TeslaCoInnovation for highest engagement, and #AnytimeIsTeslaTime for driving clicks.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Focus campaigns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on these top-performing hashtags to maximize impact.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14398" y="2551503"/>
            <a:ext cx="10411510" cy="3806768"/>
          </a:xfrm>
          <a:custGeom>
            <a:avLst/>
            <a:gdLst/>
            <a:ahLst/>
            <a:cxnLst/>
            <a:rect r="r" b="b" t="t" l="l"/>
            <a:pathLst>
              <a:path h="3806768" w="10411510">
                <a:moveTo>
                  <a:pt x="0" y="0"/>
                </a:moveTo>
                <a:lnTo>
                  <a:pt x="10411510" y="0"/>
                </a:lnTo>
                <a:lnTo>
                  <a:pt x="10411510" y="3806768"/>
                </a:lnTo>
                <a:lnTo>
                  <a:pt x="0" y="38067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8750" y="90487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Campaign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6720928"/>
            <a:ext cx="1506961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SustainabilityDrive campaign b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rought in the most new followers, making it Tesla's most effective for audience growth.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Prioritize similar awareness and sustainability-focused campaigns to boost brand reach and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loyalty.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5128" y="2491338"/>
            <a:ext cx="15430500" cy="3221117"/>
          </a:xfrm>
          <a:custGeom>
            <a:avLst/>
            <a:gdLst/>
            <a:ahLst/>
            <a:cxnLst/>
            <a:rect r="r" b="b" t="t" l="l"/>
            <a:pathLst>
              <a:path h="3221117" w="15430500">
                <a:moveTo>
                  <a:pt x="0" y="0"/>
                </a:moveTo>
                <a:lnTo>
                  <a:pt x="15430500" y="0"/>
                </a:lnTo>
                <a:lnTo>
                  <a:pt x="15430500" y="3221117"/>
                </a:lnTo>
                <a:lnTo>
                  <a:pt x="0" y="32211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75128" y="762089"/>
            <a:ext cx="15430500" cy="108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20"/>
              </a:lnSpc>
              <a:spcBef>
                <a:spcPct val="0"/>
              </a:spcBef>
            </a:pPr>
            <a:r>
              <a:rPr lang="en-US" b="true" sz="63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Before &amp; After Campaign Performance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75128" y="6283955"/>
            <a:ext cx="15430500" cy="2797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2720" indent="-341360" lvl="1">
              <a:lnSpc>
                <a:spcPts val="4427"/>
              </a:lnSpc>
              <a:buFont typeface="Arial"/>
              <a:buChar char="•"/>
            </a:pPr>
            <a:r>
              <a:rPr lang="en-US" sz="316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FSDUpdate and ModelYCampa</a:t>
            </a:r>
            <a:r>
              <a:rPr lang="en-US" sz="316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ign delivered the strongest engagement uplift and positive ROI.</a:t>
            </a:r>
          </a:p>
          <a:p>
            <a:pPr algn="l" marL="682720" indent="-341360" lvl="1">
              <a:lnSpc>
                <a:spcPts val="4427"/>
              </a:lnSpc>
              <a:buFont typeface="Arial"/>
              <a:buChar char="•"/>
            </a:pPr>
            <a:r>
              <a:rPr lang="en-US" sz="316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Focus resources on campaigns that boost interaction, not just reach. </a:t>
            </a:r>
          </a:p>
          <a:p>
            <a:pPr algn="l" marL="682720" indent="-341360" lvl="1">
              <a:lnSpc>
                <a:spcPts val="4427"/>
              </a:lnSpc>
              <a:buFont typeface="Arial"/>
              <a:buChar char="•"/>
            </a:pPr>
            <a:r>
              <a:rPr lang="en-US" sz="316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Refine strategies for launches, as Cybertruck's high follower gain didn't translate to engagement during the campaign.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01346" y="1028700"/>
            <a:ext cx="8773266" cy="5348687"/>
          </a:xfrm>
          <a:custGeom>
            <a:avLst/>
            <a:gdLst/>
            <a:ahLst/>
            <a:cxnLst/>
            <a:rect r="r" b="b" t="t" l="l"/>
            <a:pathLst>
              <a:path h="5348687" w="8773266">
                <a:moveTo>
                  <a:pt x="0" y="0"/>
                </a:moveTo>
                <a:lnTo>
                  <a:pt x="8773265" y="0"/>
                </a:lnTo>
                <a:lnTo>
                  <a:pt x="8773265" y="5348687"/>
                </a:lnTo>
                <a:lnTo>
                  <a:pt x="0" y="53486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0" t="0" r="-91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8750" y="1161384"/>
            <a:ext cx="6794126" cy="504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 Spend vs Follower growth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6840546"/>
            <a:ext cx="15572011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 is only a weak correlation between higher ad spend and follower growth, so Tesla should focus on engaging content and strategic timing, rather than simply increasing advertising budgets.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85209" y="3890038"/>
            <a:ext cx="15430500" cy="171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  <a:spcBef>
                <a:spcPct val="0"/>
              </a:spcBef>
            </a:pPr>
            <a:r>
              <a:rPr lang="en-US" sz="10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DAG2zT9V8qM</dc:identifier>
  <dcterms:modified xsi:type="dcterms:W3CDTF">2011-08-01T06:04:30Z</dcterms:modified>
  <cp:revision>1</cp:revision>
  <dc:title>Thank You</dc:title>
</cp:coreProperties>
</file>